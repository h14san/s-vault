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1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4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6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9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74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3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6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7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0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8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83113-198B-4371-96BC-A0DC5E027C9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FBCBE-B3E1-43A7-9208-DA9AC7C5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73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2026-04-07T10:19:19Z</dcterms:created>
  <dcterms:modified xsi:type="dcterms:W3CDTF">2026-04-07T10:19:46Z</dcterms:modified>
</cp:coreProperties>
</file>